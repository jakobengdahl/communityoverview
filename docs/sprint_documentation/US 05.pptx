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3" r:id="rId7"/>
    <p:sldId id="264" r:id="rId8"/>
    <p:sldId id="262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58" r:id="rId1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DE83-2392-B434-7ED7-D1F0923AF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7842C-EB93-7A94-FA78-48211E80D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960E4-457F-7209-253C-FE070EE4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C92C1-77BD-347B-9400-6E2E5F5B1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D8029-7559-89B3-09FE-6C779CFD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536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EEA9-A815-8220-AAA0-3684C1F0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A4B90-EF7C-D224-6AEF-A4C7D9B1D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27F43-9E91-9E7C-AA07-ED3186D7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7D8A0-06B6-32F9-F615-91322FA7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FD879-3164-13FC-9F82-A9414B63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058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906F-F87E-C432-4B28-DEF1C585F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E11F9-81A2-D06F-3CDB-679A9E4B5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1A883-466E-7213-FE22-E2C39D33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4DE8A-F46B-CA17-7E12-B67B601B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D13A5-FD3A-78F2-6A06-B20E47A8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872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162A3-94FF-F010-122C-2EDF4979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B8360-84A8-5E83-7112-A9BD4E9F7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106B3-6D4C-A7B5-EF08-9B670831D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7AD74-F614-85ED-BC56-87CB0DF5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93306-76D9-229C-91CA-E381F604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BBE76-B60D-3F1A-2EF7-8BD4B33F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0090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B65D-3609-58B2-1E65-5D418AC00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B3BB2-E4D4-47B8-6C46-9096BBF30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B8E51-AF0F-DE77-837E-C8243D00F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5E753-0933-D2DD-E86E-BF637DC0A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08F3C-CA70-FF55-21F5-6A2B42DB0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1A553-FA62-32EC-4766-AE5650D5C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23510-2B71-4C9B-409F-DF760E6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062E2-6017-8869-784B-07D778C6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2299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3000-42A4-BA9B-960A-98A81050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18812-2988-8FA5-F987-CE76D1A7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E3A71-6AE5-23BD-AAA5-35C96669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A3921-82E7-D22B-3EC5-D89C9D8B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7084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E8273-4371-9813-075A-6FCCCDD22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D8DD61-F598-34C8-A306-F8C8338F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286F5-D782-97C2-4533-83771E9C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0650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F03D-D773-AC61-5EFB-A33CCEE0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8C583-7C32-3F43-1825-37DDC74A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71E17-220A-4889-5DF5-4243565AE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518A9-7D47-3E64-6413-6E1DFF31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544A9-E51E-B4A3-A5EA-C0D509053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9DB37-51DC-8F7F-E201-F89BC331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556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2088-002F-3150-DBBF-40FFAF8F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48A0F-1096-C043-A89D-16A31E4C0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845B1-48A3-CACF-3867-AD99013DE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DE902-0FF6-39B6-ED25-3CAC97C05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9464A-DF4C-83E6-FBFA-BAECE94C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6B9A6-3F9A-04D5-6E5C-1039A4B6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4675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089F-3DB7-EE4C-ECEE-46D748FF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BFD9B-92D1-C358-DD53-163FF75FA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9C740-9488-F29A-4226-61BECAA62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B58EC-D5C2-E0ED-BF8F-0E60BE68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CCC43-ED75-A688-5F23-EAF55D9CF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137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A3E03A-97F5-B74A-7675-637B6EC64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58C652-1683-8E85-3D70-2FFBCAC4E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937A4-A3AD-58C4-4CD4-A2CE867EC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590E5-BA6D-6450-5DCE-9F99BF2D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C8ACD-E7B4-A9C2-8AD8-C3FAC594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0475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6A0E4-B652-026B-4323-48E3FFDDE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E9E2F-8C4C-6CC3-D88A-766C1800B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722C-462D-095A-C838-6A991DEDB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C955A-CDC3-4FAF-8ADF-30FB0DF1A889}" type="datetimeFigureOut">
              <a:rPr lang="pt-PT" smtClean="0"/>
              <a:t>18-06-2026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5AA1-2F67-3EE1-D69F-C9F02EDDE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CFC88-DFA7-D77D-302A-490FFB0DE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B71F4-38A4-4F0D-8E63-C811DF67152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863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7F5BCC-EE86-F0EB-B38D-01A4A8E98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>
                <a:solidFill>
                  <a:srgbClr val="FFFFFF"/>
                </a:solidFill>
              </a:rPr>
              <a:t>User </a:t>
            </a:r>
            <a:r>
              <a:rPr lang="pt-PT" sz="3200" dirty="0" err="1">
                <a:solidFill>
                  <a:srgbClr val="FFFFFF"/>
                </a:solidFill>
              </a:rPr>
              <a:t>story</a:t>
            </a:r>
            <a:endParaRPr lang="pt-PT" sz="3200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D909E4-1B97-4F7D-995F-BF09C004F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84" y="120114"/>
            <a:ext cx="10051915" cy="523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1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CE3C3-F942-5B8F-1BE6-4C4DEB29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11DECFD-DFD4-1EBE-66D9-AB033EA47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3C4BB7-0A08-05FB-C1F4-83294495A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20E9526-5EEA-C7F1-5D90-0C67C0A2C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C1E42C-2B4B-C80B-C33C-BDBCF45EC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958C5C-B1EB-4307-D26D-EEB152881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Scenario</a:t>
            </a:r>
            <a:r>
              <a:rPr lang="pt-PT" sz="3200" dirty="0">
                <a:solidFill>
                  <a:srgbClr val="FFFFFF"/>
                </a:solidFill>
              </a:rPr>
              <a:t> steps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9A4663-302F-AD60-35BA-6BBF852BA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689"/>
            <a:ext cx="12192000" cy="423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8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4C048-5760-C8CF-C060-0FDFB70E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627165-26AD-1221-735F-A155A6C3A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112"/>
            <a:ext cx="7040104" cy="53813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5E1376-E77A-90AD-17B9-2672F5D0C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334" y="-29111"/>
            <a:ext cx="6055842" cy="6096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A3C8FDA-7C15-3004-BF23-86C781166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D216667-2D43-8ABE-E6B1-A7DC7A1E0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57205E-C5DD-7E28-3A97-1F1A007C0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7086E5-1272-5968-E0FA-CCD873188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B3EE49-F477-2CEF-D73C-1536B23D9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Scenario</a:t>
            </a:r>
            <a:r>
              <a:rPr lang="pt-PT" sz="3200" dirty="0">
                <a:solidFill>
                  <a:srgbClr val="FFFFFF"/>
                </a:solidFill>
              </a:rPr>
              <a:t>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59EC26-18EE-1B98-2AA3-7166F823D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4" y="3038965"/>
            <a:ext cx="4591805" cy="382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94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F665A-86F7-0A6E-99F0-2305A0F38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590C8A5-8FC0-0EE7-2BD5-1AD5A29B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C47B2C-2AB5-96EB-E753-20717E4F9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ED40542-F140-E082-12C0-5532764FF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80AB3E-D74D-9E0C-AFF9-14E2A4B28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35E47F-5F73-BBC6-8270-A7B8F5EEB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Scenario</a:t>
            </a:r>
            <a:r>
              <a:rPr lang="pt-PT" sz="3200" dirty="0">
                <a:solidFill>
                  <a:srgbClr val="FFFFFF"/>
                </a:solidFill>
              </a:rPr>
              <a:t>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72BE1-E902-7AC6-961C-2F3F7EC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1088"/>
            <a:ext cx="12192000" cy="423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5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7A5CE-F458-B0D7-7264-B30D7872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71EDA-A3E7-C943-3B65-A6B1BB797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983"/>
            <a:ext cx="6720547" cy="563097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E6D279E-A74C-875C-BAFD-8C1860408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8EC1B5D-89E0-0EB5-61E4-26ACD854B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A399B0-9066-BB37-F2D3-69B19AF25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A8B124-75D2-3530-8D11-3749D0C24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FF1F2-6C05-CABC-D25F-99F91C0CB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Scenario</a:t>
            </a:r>
            <a:r>
              <a:rPr lang="pt-PT" sz="3200" dirty="0">
                <a:solidFill>
                  <a:srgbClr val="FFFFFF"/>
                </a:solidFill>
              </a:rPr>
              <a:t> steps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904202-83D2-0ACD-62FF-51F275B84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82" y="0"/>
            <a:ext cx="7613689" cy="53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17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C8BE4-18C0-4642-229C-B13778DA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B6B184-E795-39A0-11C1-2505EE405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12192000" cy="538699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0248476-DA38-A6CD-FAB9-2FABCE1F4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010DF7-9E2D-C9E6-A4C3-1943F77F1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869B29-D229-52EF-1851-25B9BB53E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049664-68E3-4F97-B5E5-D91F1758A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E12C64-7A47-D0BE-2F0B-94EC2F197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8777748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Schema_config</a:t>
            </a:r>
            <a:r>
              <a:rPr lang="pt-PT" sz="3200" dirty="0">
                <a:solidFill>
                  <a:srgbClr val="FFFFFF"/>
                </a:solidFill>
              </a:rPr>
              <a:t> </a:t>
            </a:r>
            <a:r>
              <a:rPr lang="pt-PT" sz="3200" dirty="0" err="1">
                <a:solidFill>
                  <a:srgbClr val="FFFFFF"/>
                </a:solidFill>
              </a:rPr>
              <a:t>where</a:t>
            </a:r>
            <a:r>
              <a:rPr lang="pt-PT" sz="3200" dirty="0">
                <a:solidFill>
                  <a:srgbClr val="FFFFFF"/>
                </a:solidFill>
              </a:rPr>
              <a:t> the nodes are </a:t>
            </a:r>
            <a:r>
              <a:rPr lang="pt-PT" sz="3200" dirty="0" err="1">
                <a:solidFill>
                  <a:srgbClr val="FFFFFF"/>
                </a:solidFill>
              </a:rPr>
              <a:t>defined</a:t>
            </a:r>
            <a:endParaRPr lang="pt-PT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99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3440C-2D92-204F-C8AD-80CAF783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1B8BD3-09F7-0D38-6950-5B9F93452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12192000" cy="538699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D0A82F7-1AF1-6BA8-280B-6C319BC51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BEF21B-575E-2782-12A7-0634CF982A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D29B29-3E72-564D-9347-E29ACB96B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0799C9-0008-E4FA-6E3B-45188D642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395C6A-1DF2-AE75-FF2A-C2C45E6E1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8777748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Schema_config</a:t>
            </a:r>
            <a:r>
              <a:rPr lang="pt-PT" sz="3200" dirty="0">
                <a:solidFill>
                  <a:srgbClr val="FFFFFF"/>
                </a:solidFill>
              </a:rPr>
              <a:t> </a:t>
            </a:r>
            <a:r>
              <a:rPr lang="pt-PT" sz="3200" dirty="0" err="1">
                <a:solidFill>
                  <a:srgbClr val="FFFFFF"/>
                </a:solidFill>
              </a:rPr>
              <a:t>where</a:t>
            </a:r>
            <a:r>
              <a:rPr lang="pt-PT" sz="3200" dirty="0">
                <a:solidFill>
                  <a:srgbClr val="FFFFFF"/>
                </a:solidFill>
              </a:rPr>
              <a:t> the nodes are </a:t>
            </a:r>
            <a:r>
              <a:rPr lang="pt-PT" sz="3200" dirty="0" err="1">
                <a:solidFill>
                  <a:srgbClr val="FFFFFF"/>
                </a:solidFill>
              </a:rPr>
              <a:t>defined</a:t>
            </a:r>
            <a:endParaRPr lang="pt-PT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23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8F682-5997-DBD5-05A4-CF76BB41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C8FBE4-B3F9-55E0-8E2E-879E4C52F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581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D46780-E170-205A-14EB-4DDBADBF7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C8A3FA-753D-D425-EAD1-DFA228ABB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EFB391-6131-DC9D-76D5-8A28A4B0C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8B3D4C-910B-7E3D-055D-F3654F763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E6BDB2-3A5F-6129-0764-4AAAE9689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Scenario</a:t>
            </a:r>
            <a:r>
              <a:rPr lang="pt-PT" sz="3200" dirty="0">
                <a:solidFill>
                  <a:srgbClr val="FFFFFF"/>
                </a:solidFill>
              </a:rPr>
              <a:t> steps</a:t>
            </a:r>
          </a:p>
        </p:txBody>
      </p:sp>
    </p:spTree>
    <p:extLst>
      <p:ext uri="{BB962C8B-B14F-4D97-AF65-F5344CB8AC3E}">
        <p14:creationId xmlns:p14="http://schemas.microsoft.com/office/powerpoint/2010/main" val="4160802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7A066-86EC-AD25-6B2C-1F0E290C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EFFFBD6-444A-F0E3-5A61-2440B69F6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FEC572-F687-5506-8CD3-5852C0692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874BD9-EE6A-0B92-4E87-841C5D067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C77F7-08E1-7A3E-A1CA-D7954183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4373BB-79B8-8930-62E4-61595A48A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>
                <a:solidFill>
                  <a:srgbClr val="FFFFFF"/>
                </a:solidFill>
              </a:rPr>
              <a:t>Expert agente </a:t>
            </a:r>
            <a:r>
              <a:rPr lang="pt-PT" sz="3200" dirty="0" err="1">
                <a:solidFill>
                  <a:srgbClr val="FFFFFF"/>
                </a:solidFill>
              </a:rPr>
              <a:t>activation</a:t>
            </a:r>
            <a:endParaRPr lang="pt-PT" sz="32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1C194-7471-A73C-7319-B45EAC0D4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5780" y="0"/>
            <a:ext cx="13443557" cy="534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28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A230E-5C61-E43A-CD39-A79EE765D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4DE0928-9A25-DC82-3DDD-74ADAD18B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3253AC3-4DE0-6D97-8A26-84081868D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65AC17-59B0-0A9A-8255-C085DB548C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869ED6-07A5-80EF-F290-FF347244C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49726C-20E4-2989-92FB-7B33D85A6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Scenario</a:t>
            </a:r>
            <a:r>
              <a:rPr lang="pt-PT" sz="3200" dirty="0">
                <a:solidFill>
                  <a:srgbClr val="FFFFFF"/>
                </a:solidFill>
              </a:rPr>
              <a:t>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69310-6F31-8FC2-9804-C685B0CAA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226" y="5600706"/>
            <a:ext cx="3553475" cy="934080"/>
          </a:xfrm>
        </p:spPr>
        <p:txBody>
          <a:bodyPr anchor="ctr">
            <a:normAutofit/>
          </a:bodyPr>
          <a:lstStyle/>
          <a:p>
            <a:pPr algn="r"/>
            <a:r>
              <a:rPr lang="pt-PT" sz="1800" dirty="0" err="1">
                <a:solidFill>
                  <a:srgbClr val="FFFFFF"/>
                </a:solidFill>
              </a:rPr>
              <a:t>Let’s</a:t>
            </a:r>
            <a:r>
              <a:rPr lang="pt-PT" sz="1800" dirty="0">
                <a:solidFill>
                  <a:srgbClr val="FFFFFF"/>
                </a:solidFill>
              </a:rPr>
              <a:t> </a:t>
            </a:r>
            <a:r>
              <a:rPr lang="pt-PT" sz="1800" dirty="0" err="1">
                <a:solidFill>
                  <a:srgbClr val="FFFFFF"/>
                </a:solidFill>
              </a:rPr>
              <a:t>got</a:t>
            </a:r>
            <a:r>
              <a:rPr lang="pt-PT" sz="1800" dirty="0">
                <a:solidFill>
                  <a:srgbClr val="FFFFFF"/>
                </a:solidFill>
              </a:rPr>
              <a:t> to </a:t>
            </a:r>
            <a:r>
              <a:rPr lang="pt-PT" sz="1800" dirty="0" err="1">
                <a:solidFill>
                  <a:srgbClr val="FFFFFF"/>
                </a:solidFill>
              </a:rPr>
              <a:t>number</a:t>
            </a:r>
            <a:r>
              <a:rPr lang="pt-PT" sz="1800" dirty="0">
                <a:solidFill>
                  <a:srgbClr val="FFFFFF"/>
                </a:solidFill>
              </a:rPr>
              <a:t>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FBF1A-F810-FF9C-40DB-1C8F9A37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2576"/>
            <a:ext cx="12192000" cy="423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9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49F08-6391-3989-7897-32136C43A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F001EF6-51BB-747A-0BE7-F4831AE46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4BF2A0-EB35-CE0C-8E62-75F320FAE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02D9C7-6E2D-1D54-9829-EB7F6927BA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A658FAD-E799-C470-ED4E-4951A4A6C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B0F9A4-EEFC-8B0D-EA25-98A84C3CA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Scenario</a:t>
            </a:r>
            <a:r>
              <a:rPr lang="pt-PT" sz="3200" dirty="0">
                <a:solidFill>
                  <a:srgbClr val="FFFFFF"/>
                </a:solidFill>
              </a:rPr>
              <a:t>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D0892-91FF-887D-6C2B-0DE8395BE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120"/>
            <a:ext cx="12408200" cy="542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29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03E91-299B-B45E-1E7F-84E3973E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DA79305-1FB6-4184-A9DB-C866DD62F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298D257-9403-2825-B5B1-0FDC02D13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887A0A-005D-A65C-9196-770E090B3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2474CA-626C-48AE-0502-EB271CF6F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7CF7AB-D82E-2481-1173-CC0C47C4E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Scenario</a:t>
            </a:r>
            <a:r>
              <a:rPr lang="pt-PT" sz="3200" dirty="0">
                <a:solidFill>
                  <a:srgbClr val="FFFFFF"/>
                </a:solidFill>
              </a:rPr>
              <a:t> steps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1EC26-F1E1-AF91-F52C-E90575C64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65123" cy="535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19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4F240-D4C2-2BC0-CA1D-61B42E49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46110D7-9D46-B1D9-993B-5A7C1F0C1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4E9D26-5594-BC60-B906-5B4C26C63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6E8F321-AD29-76F4-5C0B-52FBD1495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FE7E79-4E33-794B-D9F7-D475BFFA4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CB7039-8DD2-2B42-1BEC-D3A768404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Scenario</a:t>
            </a:r>
            <a:r>
              <a:rPr lang="pt-PT" sz="3200" dirty="0">
                <a:solidFill>
                  <a:srgbClr val="FFFFFF"/>
                </a:solidFill>
              </a:rPr>
              <a:t>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0A859-DB72-0C54-BDDA-B3EFDFF3E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-134169"/>
            <a:ext cx="12192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02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ADFFD-ACD2-FA52-D607-F8D46F0B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FCB35C-D2E2-BE7E-E7FE-09E85005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1CA345D-101D-C9A2-FDEA-C8D63C6D4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40671D-98D6-B36B-4F17-3DF60B5B2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2717244-382B-BD42-89F7-FC610B1967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44F531-B38A-41CD-C325-4ACED2068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Acceptance</a:t>
            </a:r>
            <a:r>
              <a:rPr lang="pt-PT" sz="3200" dirty="0">
                <a:solidFill>
                  <a:srgbClr val="FFFFFF"/>
                </a:solidFill>
              </a:rPr>
              <a:t> </a:t>
            </a:r>
            <a:r>
              <a:rPr lang="pt-PT" sz="3200" dirty="0" err="1">
                <a:solidFill>
                  <a:srgbClr val="FFFFFF"/>
                </a:solidFill>
              </a:rPr>
              <a:t>Criteria</a:t>
            </a:r>
            <a:endParaRPr lang="pt-PT" sz="32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870F15-914D-3EEF-17D7-36240C9C8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467" y="0"/>
            <a:ext cx="4825365" cy="53626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EF027A-2F4D-12A9-CD30-254D48870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70" y="707567"/>
            <a:ext cx="8592749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4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51089-080C-A9AD-BF84-C11FD864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8CCA1E-0210-A7C1-9441-A313DBCB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245" y="2550510"/>
            <a:ext cx="8337755" cy="276481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557C28A-42E0-1300-47CF-90C0D6199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43FD5B-A5B9-151F-D5AA-A35948C16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C6C323-7F95-8165-538E-815799C5C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C4F1CA5-E645-2D5E-C55C-EFB5663B9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2AF319-C845-ED9C-198F-A26FA6A41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</a:rPr>
              <a:t>Open questions for prototype validation</a:t>
            </a:r>
            <a:endParaRPr lang="pt-PT" sz="32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D27F8-C6BF-FA6F-8153-A687052D9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54" y="438602"/>
            <a:ext cx="12192000" cy="22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27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403B0-248F-6CC0-FAD9-95A91A1E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01DAFB-E9F1-C185-C70E-2335127C1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540098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AA523B5-989E-C7BD-7F38-D6C3E7D8A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E6323A-4335-B215-FDD5-9290ED686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00B3FC-44F7-F056-9E36-189F0FF9F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916A8C-91C1-D80A-2ECB-3A019AD22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CA59EF-855F-C1DB-A8EC-3D7A12864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</a:rPr>
              <a:t>Open questions for prototype validation</a:t>
            </a:r>
            <a:endParaRPr lang="pt-PT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807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60B50-88A0-31D9-55CD-302DF2E2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80D2B7A-3F6D-3F6D-1DDA-025D87C24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0BC963-F3A6-3C76-DA3A-DD45C7B69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DC9E2C-6AD1-F846-BF78-FB45267AA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668913-F335-324B-3924-5FA83FCDF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C21159-5DE9-87D0-BF23-16950AE9B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t-PT" sz="3200" dirty="0" err="1">
                <a:solidFill>
                  <a:srgbClr val="FFFFFF"/>
                </a:solidFill>
              </a:rPr>
              <a:t>Test</a:t>
            </a:r>
            <a:r>
              <a:rPr lang="pt-PT" sz="3200" dirty="0">
                <a:solidFill>
                  <a:srgbClr val="FFFFFF"/>
                </a:solidFill>
              </a:rPr>
              <a:t> of the </a:t>
            </a:r>
            <a:r>
              <a:rPr lang="pt-PT" sz="3200" dirty="0" err="1">
                <a:solidFill>
                  <a:srgbClr val="FFFFFF"/>
                </a:solidFill>
              </a:rPr>
              <a:t>skill</a:t>
            </a:r>
            <a:r>
              <a:rPr lang="pt-PT" sz="3200" dirty="0">
                <a:solidFill>
                  <a:srgbClr val="FFFFFF"/>
                </a:solidFill>
              </a:rPr>
              <a:t> </a:t>
            </a:r>
            <a:r>
              <a:rPr lang="pt-PT" sz="3200" dirty="0" err="1">
                <a:solidFill>
                  <a:srgbClr val="FFFFFF"/>
                </a:solidFill>
              </a:rPr>
              <a:t>content</a:t>
            </a:r>
            <a:endParaRPr lang="pt-PT" sz="32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24463-5237-CA40-3D4D-49AE6AB15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8" r="2" b="2"/>
          <a:stretch>
            <a:fillRect/>
          </a:stretch>
        </p:blipFill>
        <p:spPr>
          <a:xfrm>
            <a:off x="1" y="10"/>
            <a:ext cx="12191998" cy="53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8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61</Words>
  <Application>Microsoft Office PowerPoint</Application>
  <PresentationFormat>Widescreen</PresentationFormat>
  <Paragraphs>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User story</vt:lpstr>
      <vt:lpstr>Scenario steps</vt:lpstr>
      <vt:lpstr>Scenario steps</vt:lpstr>
      <vt:lpstr>Scenario steps</vt:lpstr>
      <vt:lpstr>Scenario steps</vt:lpstr>
      <vt:lpstr>Schema_config where the nodes are defined</vt:lpstr>
      <vt:lpstr>Schema_config where the nodes are defined</vt:lpstr>
      <vt:lpstr>Scenario steps</vt:lpstr>
      <vt:lpstr>Expert agente activation</vt:lpstr>
      <vt:lpstr>Scenario steps</vt:lpstr>
      <vt:lpstr>Scenario steps</vt:lpstr>
      <vt:lpstr>Scenario steps</vt:lpstr>
      <vt:lpstr>Scenario steps</vt:lpstr>
      <vt:lpstr>Acceptance Criteria</vt:lpstr>
      <vt:lpstr>Open questions for prototype validation</vt:lpstr>
      <vt:lpstr>Open questions for prototype validation</vt:lpstr>
      <vt:lpstr>Test of the skill content</vt:lpstr>
    </vt:vector>
  </TitlesOfParts>
  <Company>Instituto Nacional de Estatistica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Sónia Quaresma</dc:creator>
  <cp:lastModifiedBy>Sónia Quaresma</cp:lastModifiedBy>
  <cp:revision>15</cp:revision>
  <dcterms:created xsi:type="dcterms:W3CDTF">2026-06-18T08:02:52Z</dcterms:created>
  <dcterms:modified xsi:type="dcterms:W3CDTF">2026-06-18T10:14:00Z</dcterms:modified>
</cp:coreProperties>
</file>